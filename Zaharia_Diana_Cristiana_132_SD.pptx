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5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87A9D77-D1EF-45FD-A616-20DCB2177633}" type="doc">
      <dgm:prSet loTypeId="urn:microsoft.com/office/officeart/2005/8/layout/vList2" loCatId="list" qsTypeId="urn:microsoft.com/office/officeart/2005/8/quickstyle/3d2" qsCatId="3D" csTypeId="urn:microsoft.com/office/officeart/2005/8/colors/accent2_4" csCatId="accent2" phldr="1"/>
      <dgm:spPr/>
      <dgm:t>
        <a:bodyPr/>
        <a:lstStyle/>
        <a:p>
          <a:endParaRPr lang="en-US"/>
        </a:p>
      </dgm:t>
    </dgm:pt>
    <dgm:pt modelId="{F278EFA4-93BC-4E5E-AADB-30087BC6FE8C}">
      <dgm:prSet/>
      <dgm:spPr/>
      <dgm:t>
        <a:bodyPr/>
        <a:lstStyle/>
        <a:p>
          <a:r>
            <a:rPr lang="en-US" b="0" i="0" dirty="0"/>
            <a:t>Bubble Sort</a:t>
          </a:r>
          <a:endParaRPr lang="en-US" dirty="0"/>
        </a:p>
      </dgm:t>
    </dgm:pt>
    <dgm:pt modelId="{6E19819C-C760-4B52-97B8-863521981B25}" type="parTrans" cxnId="{770E8E30-B14C-4FC5-B1F6-77E3B41BBCA2}">
      <dgm:prSet/>
      <dgm:spPr/>
      <dgm:t>
        <a:bodyPr/>
        <a:lstStyle/>
        <a:p>
          <a:endParaRPr lang="en-US"/>
        </a:p>
      </dgm:t>
    </dgm:pt>
    <dgm:pt modelId="{923F12CB-CB5C-4276-825A-DBEF9B92BBBD}" type="sibTrans" cxnId="{770E8E30-B14C-4FC5-B1F6-77E3B41BBCA2}">
      <dgm:prSet/>
      <dgm:spPr/>
      <dgm:t>
        <a:bodyPr/>
        <a:lstStyle/>
        <a:p>
          <a:endParaRPr lang="en-US"/>
        </a:p>
      </dgm:t>
    </dgm:pt>
    <dgm:pt modelId="{1946E930-B561-4249-BDB3-38543DA518A4}">
      <dgm:prSet/>
      <dgm:spPr/>
      <dgm:t>
        <a:bodyPr/>
        <a:lstStyle/>
        <a:p>
          <a:r>
            <a:rPr lang="en-US" b="0" i="0"/>
            <a:t>Quick Sort</a:t>
          </a:r>
          <a:endParaRPr lang="en-US"/>
        </a:p>
      </dgm:t>
    </dgm:pt>
    <dgm:pt modelId="{B56CE8FC-8A10-4FCD-9B66-EFE9F6423284}" type="parTrans" cxnId="{54F15913-246B-48B5-9606-CFC28D57AEC0}">
      <dgm:prSet/>
      <dgm:spPr/>
      <dgm:t>
        <a:bodyPr/>
        <a:lstStyle/>
        <a:p>
          <a:endParaRPr lang="en-US"/>
        </a:p>
      </dgm:t>
    </dgm:pt>
    <dgm:pt modelId="{802568BC-8249-4AEC-BC8E-4FA875D052A5}" type="sibTrans" cxnId="{54F15913-246B-48B5-9606-CFC28D57AEC0}">
      <dgm:prSet/>
      <dgm:spPr/>
      <dgm:t>
        <a:bodyPr/>
        <a:lstStyle/>
        <a:p>
          <a:endParaRPr lang="en-US"/>
        </a:p>
      </dgm:t>
    </dgm:pt>
    <dgm:pt modelId="{761F0535-0F58-40A0-9CD4-2B484E955C89}">
      <dgm:prSet/>
      <dgm:spPr/>
      <dgm:t>
        <a:bodyPr/>
        <a:lstStyle/>
        <a:p>
          <a:r>
            <a:rPr lang="en-US" b="0" i="0"/>
            <a:t>Merge Sort</a:t>
          </a:r>
          <a:endParaRPr lang="en-US"/>
        </a:p>
      </dgm:t>
    </dgm:pt>
    <dgm:pt modelId="{A42AF267-ABB3-4FAA-BA6A-7F4A7765B2D6}" type="parTrans" cxnId="{8E27C6E0-3BB1-418B-B2C4-1CAFDD975987}">
      <dgm:prSet/>
      <dgm:spPr/>
      <dgm:t>
        <a:bodyPr/>
        <a:lstStyle/>
        <a:p>
          <a:endParaRPr lang="en-US"/>
        </a:p>
      </dgm:t>
    </dgm:pt>
    <dgm:pt modelId="{004810D6-62FB-4D47-B8E1-83AC895A562D}" type="sibTrans" cxnId="{8E27C6E0-3BB1-418B-B2C4-1CAFDD975987}">
      <dgm:prSet/>
      <dgm:spPr/>
      <dgm:t>
        <a:bodyPr/>
        <a:lstStyle/>
        <a:p>
          <a:endParaRPr lang="en-US"/>
        </a:p>
      </dgm:t>
    </dgm:pt>
    <dgm:pt modelId="{CD4FCB8D-A356-411A-96BE-4C617D7505AB}">
      <dgm:prSet/>
      <dgm:spPr/>
      <dgm:t>
        <a:bodyPr/>
        <a:lstStyle/>
        <a:p>
          <a:r>
            <a:rPr lang="en-US" b="0" i="0" dirty="0"/>
            <a:t>Count Sort</a:t>
          </a:r>
          <a:endParaRPr lang="en-US" dirty="0"/>
        </a:p>
      </dgm:t>
    </dgm:pt>
    <dgm:pt modelId="{CD821809-1F83-4EAE-A00F-CF369C3B2AF3}" type="parTrans" cxnId="{1BB8A135-0035-437F-B37F-CFC388653A22}">
      <dgm:prSet/>
      <dgm:spPr/>
      <dgm:t>
        <a:bodyPr/>
        <a:lstStyle/>
        <a:p>
          <a:endParaRPr lang="en-US"/>
        </a:p>
      </dgm:t>
    </dgm:pt>
    <dgm:pt modelId="{53F9F5BA-BD2A-4618-A3D1-FE08CA1F0A21}" type="sibTrans" cxnId="{1BB8A135-0035-437F-B37F-CFC388653A22}">
      <dgm:prSet/>
      <dgm:spPr/>
      <dgm:t>
        <a:bodyPr/>
        <a:lstStyle/>
        <a:p>
          <a:endParaRPr lang="en-US"/>
        </a:p>
      </dgm:t>
    </dgm:pt>
    <dgm:pt modelId="{861D43A0-9838-48A3-8BBF-9E19583C193B}" type="pres">
      <dgm:prSet presAssocID="{E87A9D77-D1EF-45FD-A616-20DCB217763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4BEB634-F499-4CC0-8C0A-B525D08F6459}" type="pres">
      <dgm:prSet presAssocID="{F278EFA4-93BC-4E5E-AADB-30087BC6FE8C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03C7E8C-EAEB-4481-A087-418A0B42690F}" type="pres">
      <dgm:prSet presAssocID="{923F12CB-CB5C-4276-825A-DBEF9B92BBBD}" presName="spacer" presStyleCnt="0"/>
      <dgm:spPr/>
      <dgm:t>
        <a:bodyPr/>
        <a:lstStyle/>
        <a:p>
          <a:endParaRPr lang="en-US"/>
        </a:p>
      </dgm:t>
    </dgm:pt>
    <dgm:pt modelId="{804BBB8C-9507-46F6-87A6-FECE9A9DF926}" type="pres">
      <dgm:prSet presAssocID="{1946E930-B561-4249-BDB3-38543DA518A4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3D63D9A-D16D-449D-BF7A-9B3D5F645985}" type="pres">
      <dgm:prSet presAssocID="{802568BC-8249-4AEC-BC8E-4FA875D052A5}" presName="spacer" presStyleCnt="0"/>
      <dgm:spPr/>
      <dgm:t>
        <a:bodyPr/>
        <a:lstStyle/>
        <a:p>
          <a:endParaRPr lang="en-US"/>
        </a:p>
      </dgm:t>
    </dgm:pt>
    <dgm:pt modelId="{FB3BB4C5-454B-4AA8-A9FF-B4BA2CC0F7FE}" type="pres">
      <dgm:prSet presAssocID="{761F0535-0F58-40A0-9CD4-2B484E955C89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5994129-1AC7-480D-BC80-702425AF026C}" type="pres">
      <dgm:prSet presAssocID="{004810D6-62FB-4D47-B8E1-83AC895A562D}" presName="spacer" presStyleCnt="0"/>
      <dgm:spPr/>
      <dgm:t>
        <a:bodyPr/>
        <a:lstStyle/>
        <a:p>
          <a:endParaRPr lang="en-US"/>
        </a:p>
      </dgm:t>
    </dgm:pt>
    <dgm:pt modelId="{B0E7F866-A80F-4C11-9022-2DD9AFF8DEA9}" type="pres">
      <dgm:prSet presAssocID="{CD4FCB8D-A356-411A-96BE-4C617D7505AB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C22EFC9-14E8-4B31-9627-73FAF10C368B}" type="presOf" srcId="{CD4FCB8D-A356-411A-96BE-4C617D7505AB}" destId="{B0E7F866-A80F-4C11-9022-2DD9AFF8DEA9}" srcOrd="0" destOrd="0" presId="urn:microsoft.com/office/officeart/2005/8/layout/vList2"/>
    <dgm:cxn modelId="{54F15913-246B-48B5-9606-CFC28D57AEC0}" srcId="{E87A9D77-D1EF-45FD-A616-20DCB2177633}" destId="{1946E930-B561-4249-BDB3-38543DA518A4}" srcOrd="1" destOrd="0" parTransId="{B56CE8FC-8A10-4FCD-9B66-EFE9F6423284}" sibTransId="{802568BC-8249-4AEC-BC8E-4FA875D052A5}"/>
    <dgm:cxn modelId="{8212E133-ED41-457B-885C-85629389A758}" type="presOf" srcId="{761F0535-0F58-40A0-9CD4-2B484E955C89}" destId="{FB3BB4C5-454B-4AA8-A9FF-B4BA2CC0F7FE}" srcOrd="0" destOrd="0" presId="urn:microsoft.com/office/officeart/2005/8/layout/vList2"/>
    <dgm:cxn modelId="{E5003176-0910-430F-A5C1-6180085C17E8}" type="presOf" srcId="{1946E930-B561-4249-BDB3-38543DA518A4}" destId="{804BBB8C-9507-46F6-87A6-FECE9A9DF926}" srcOrd="0" destOrd="0" presId="urn:microsoft.com/office/officeart/2005/8/layout/vList2"/>
    <dgm:cxn modelId="{8E27C6E0-3BB1-418B-B2C4-1CAFDD975987}" srcId="{E87A9D77-D1EF-45FD-A616-20DCB2177633}" destId="{761F0535-0F58-40A0-9CD4-2B484E955C89}" srcOrd="2" destOrd="0" parTransId="{A42AF267-ABB3-4FAA-BA6A-7F4A7765B2D6}" sibTransId="{004810D6-62FB-4D47-B8E1-83AC895A562D}"/>
    <dgm:cxn modelId="{A508DD4C-50B0-4120-9EA7-64FDF5A1FCC9}" type="presOf" srcId="{F278EFA4-93BC-4E5E-AADB-30087BC6FE8C}" destId="{E4BEB634-F499-4CC0-8C0A-B525D08F6459}" srcOrd="0" destOrd="0" presId="urn:microsoft.com/office/officeart/2005/8/layout/vList2"/>
    <dgm:cxn modelId="{1BB8A135-0035-437F-B37F-CFC388653A22}" srcId="{E87A9D77-D1EF-45FD-A616-20DCB2177633}" destId="{CD4FCB8D-A356-411A-96BE-4C617D7505AB}" srcOrd="3" destOrd="0" parTransId="{CD821809-1F83-4EAE-A00F-CF369C3B2AF3}" sibTransId="{53F9F5BA-BD2A-4618-A3D1-FE08CA1F0A21}"/>
    <dgm:cxn modelId="{770E8E30-B14C-4FC5-B1F6-77E3B41BBCA2}" srcId="{E87A9D77-D1EF-45FD-A616-20DCB2177633}" destId="{F278EFA4-93BC-4E5E-AADB-30087BC6FE8C}" srcOrd="0" destOrd="0" parTransId="{6E19819C-C760-4B52-97B8-863521981B25}" sibTransId="{923F12CB-CB5C-4276-825A-DBEF9B92BBBD}"/>
    <dgm:cxn modelId="{40BD8570-52A8-4635-A6FA-53EFD2B5045E}" type="presOf" srcId="{E87A9D77-D1EF-45FD-A616-20DCB2177633}" destId="{861D43A0-9838-48A3-8BBF-9E19583C193B}" srcOrd="0" destOrd="0" presId="urn:microsoft.com/office/officeart/2005/8/layout/vList2"/>
    <dgm:cxn modelId="{F194950D-9FC9-4EAC-99D1-9C370AC2ACF3}" type="presParOf" srcId="{861D43A0-9838-48A3-8BBF-9E19583C193B}" destId="{E4BEB634-F499-4CC0-8C0A-B525D08F6459}" srcOrd="0" destOrd="0" presId="urn:microsoft.com/office/officeart/2005/8/layout/vList2"/>
    <dgm:cxn modelId="{B2B8F8CD-1712-40D4-8177-C3E95109DF96}" type="presParOf" srcId="{861D43A0-9838-48A3-8BBF-9E19583C193B}" destId="{703C7E8C-EAEB-4481-A087-418A0B42690F}" srcOrd="1" destOrd="0" presId="urn:microsoft.com/office/officeart/2005/8/layout/vList2"/>
    <dgm:cxn modelId="{D5D5DD8E-3E52-43B4-AE5F-0D362B39FBD5}" type="presParOf" srcId="{861D43A0-9838-48A3-8BBF-9E19583C193B}" destId="{804BBB8C-9507-46F6-87A6-FECE9A9DF926}" srcOrd="2" destOrd="0" presId="urn:microsoft.com/office/officeart/2005/8/layout/vList2"/>
    <dgm:cxn modelId="{BE0308A1-9DC5-4442-99AD-DFF9B0FD7C94}" type="presParOf" srcId="{861D43A0-9838-48A3-8BBF-9E19583C193B}" destId="{83D63D9A-D16D-449D-BF7A-9B3D5F645985}" srcOrd="3" destOrd="0" presId="urn:microsoft.com/office/officeart/2005/8/layout/vList2"/>
    <dgm:cxn modelId="{C31000EE-AA50-45CA-8CAA-F5D5E2A40031}" type="presParOf" srcId="{861D43A0-9838-48A3-8BBF-9E19583C193B}" destId="{FB3BB4C5-454B-4AA8-A9FF-B4BA2CC0F7FE}" srcOrd="4" destOrd="0" presId="urn:microsoft.com/office/officeart/2005/8/layout/vList2"/>
    <dgm:cxn modelId="{B819449F-A386-4AB6-BBE1-26292D12445A}" type="presParOf" srcId="{861D43A0-9838-48A3-8BBF-9E19583C193B}" destId="{D5994129-1AC7-480D-BC80-702425AF026C}" srcOrd="5" destOrd="0" presId="urn:microsoft.com/office/officeart/2005/8/layout/vList2"/>
    <dgm:cxn modelId="{544E22BB-2D90-4DD5-B534-EEFB50AD59E8}" type="presParOf" srcId="{861D43A0-9838-48A3-8BBF-9E19583C193B}" destId="{B0E7F866-A80F-4C11-9022-2DD9AFF8DEA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BEB634-F499-4CC0-8C0A-B525D08F6459}">
      <dsp:nvSpPr>
        <dsp:cNvPr id="0" name=""/>
        <dsp:cNvSpPr/>
      </dsp:nvSpPr>
      <dsp:spPr>
        <a:xfrm>
          <a:off x="0" y="28056"/>
          <a:ext cx="6742470" cy="889200"/>
        </a:xfrm>
        <a:prstGeom prst="roundRect">
          <a:avLst/>
        </a:prstGeom>
        <a:gradFill rotWithShape="0">
          <a:gsLst>
            <a:gs pos="0">
              <a:schemeClr val="accent2">
                <a:shade val="50000"/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shade val="50000"/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800" b="0" i="0" kern="1200" dirty="0"/>
            <a:t>Bubble Sort</a:t>
          </a:r>
          <a:endParaRPr lang="en-US" sz="3800" kern="1200" dirty="0"/>
        </a:p>
      </dsp:txBody>
      <dsp:txXfrm>
        <a:off x="43407" y="71463"/>
        <a:ext cx="6655656" cy="802386"/>
      </dsp:txXfrm>
    </dsp:sp>
    <dsp:sp modelId="{804BBB8C-9507-46F6-87A6-FECE9A9DF926}">
      <dsp:nvSpPr>
        <dsp:cNvPr id="0" name=""/>
        <dsp:cNvSpPr/>
      </dsp:nvSpPr>
      <dsp:spPr>
        <a:xfrm>
          <a:off x="0" y="1026696"/>
          <a:ext cx="6742470" cy="889200"/>
        </a:xfrm>
        <a:prstGeom prst="roundRect">
          <a:avLst/>
        </a:prstGeom>
        <a:gradFill rotWithShape="0">
          <a:gsLst>
            <a:gs pos="0">
              <a:schemeClr val="accent2">
                <a:shade val="50000"/>
                <a:hueOff val="264750"/>
                <a:satOff val="-11315"/>
                <a:lumOff val="24781"/>
                <a:alphaOff val="0"/>
                <a:tint val="96000"/>
                <a:lumMod val="100000"/>
              </a:schemeClr>
            </a:gs>
            <a:gs pos="78000">
              <a:schemeClr val="accent2">
                <a:shade val="50000"/>
                <a:hueOff val="264750"/>
                <a:satOff val="-11315"/>
                <a:lumOff val="24781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800" b="0" i="0" kern="1200"/>
            <a:t>Quick Sort</a:t>
          </a:r>
          <a:endParaRPr lang="en-US" sz="3800" kern="1200"/>
        </a:p>
      </dsp:txBody>
      <dsp:txXfrm>
        <a:off x="43407" y="1070103"/>
        <a:ext cx="6655656" cy="802386"/>
      </dsp:txXfrm>
    </dsp:sp>
    <dsp:sp modelId="{FB3BB4C5-454B-4AA8-A9FF-B4BA2CC0F7FE}">
      <dsp:nvSpPr>
        <dsp:cNvPr id="0" name=""/>
        <dsp:cNvSpPr/>
      </dsp:nvSpPr>
      <dsp:spPr>
        <a:xfrm>
          <a:off x="0" y="2025336"/>
          <a:ext cx="6742470" cy="889200"/>
        </a:xfrm>
        <a:prstGeom prst="roundRect">
          <a:avLst/>
        </a:prstGeom>
        <a:gradFill rotWithShape="0">
          <a:gsLst>
            <a:gs pos="0">
              <a:schemeClr val="accent2">
                <a:shade val="50000"/>
                <a:hueOff val="529501"/>
                <a:satOff val="-22631"/>
                <a:lumOff val="49561"/>
                <a:alphaOff val="0"/>
                <a:tint val="96000"/>
                <a:lumMod val="100000"/>
              </a:schemeClr>
            </a:gs>
            <a:gs pos="78000">
              <a:schemeClr val="accent2">
                <a:shade val="50000"/>
                <a:hueOff val="529501"/>
                <a:satOff val="-22631"/>
                <a:lumOff val="49561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800" b="0" i="0" kern="1200"/>
            <a:t>Merge Sort</a:t>
          </a:r>
          <a:endParaRPr lang="en-US" sz="3800" kern="1200"/>
        </a:p>
      </dsp:txBody>
      <dsp:txXfrm>
        <a:off x="43407" y="2068743"/>
        <a:ext cx="6655656" cy="802386"/>
      </dsp:txXfrm>
    </dsp:sp>
    <dsp:sp modelId="{B0E7F866-A80F-4C11-9022-2DD9AFF8DEA9}">
      <dsp:nvSpPr>
        <dsp:cNvPr id="0" name=""/>
        <dsp:cNvSpPr/>
      </dsp:nvSpPr>
      <dsp:spPr>
        <a:xfrm>
          <a:off x="0" y="3023976"/>
          <a:ext cx="6742470" cy="889200"/>
        </a:xfrm>
        <a:prstGeom prst="roundRect">
          <a:avLst/>
        </a:prstGeom>
        <a:gradFill rotWithShape="0">
          <a:gsLst>
            <a:gs pos="0">
              <a:schemeClr val="accent2">
                <a:shade val="50000"/>
                <a:hueOff val="264750"/>
                <a:satOff val="-11315"/>
                <a:lumOff val="24781"/>
                <a:alphaOff val="0"/>
                <a:tint val="96000"/>
                <a:lumMod val="100000"/>
              </a:schemeClr>
            </a:gs>
            <a:gs pos="78000">
              <a:schemeClr val="accent2">
                <a:shade val="50000"/>
                <a:hueOff val="264750"/>
                <a:satOff val="-11315"/>
                <a:lumOff val="24781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800" b="0" i="0" kern="1200" dirty="0"/>
            <a:t>Count Sort</a:t>
          </a:r>
          <a:endParaRPr lang="en-US" sz="3800" kern="1200" dirty="0"/>
        </a:p>
      </dsp:txBody>
      <dsp:txXfrm>
        <a:off x="43407" y="3067383"/>
        <a:ext cx="6655656" cy="8023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69497-2037-44BA-A862-29D4A42BAFFA}" type="datetimeFigureOut">
              <a:rPr lang="en-US" smtClean="0"/>
              <a:t>3/14/2021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798CB-23A6-4C1E-A67A-034D7A0F4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347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69497-2037-44BA-A862-29D4A42BAFFA}" type="datetimeFigureOut">
              <a:rPr lang="en-US" smtClean="0"/>
              <a:t>3/14/2021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798CB-23A6-4C1E-A67A-034D7A0F4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025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69497-2037-44BA-A862-29D4A42BAFFA}" type="datetimeFigureOut">
              <a:rPr lang="en-US" smtClean="0"/>
              <a:t>3/14/2021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798CB-23A6-4C1E-A67A-034D7A0F4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919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69497-2037-44BA-A862-29D4A42BAFFA}" type="datetimeFigureOut">
              <a:rPr lang="en-US" smtClean="0"/>
              <a:t>3/14/2021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798CB-23A6-4C1E-A67A-034D7A0F4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11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69497-2037-44BA-A862-29D4A42BAFFA}" type="datetimeFigureOut">
              <a:rPr lang="en-US" smtClean="0"/>
              <a:t>3/14/2021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798CB-23A6-4C1E-A67A-034D7A0F4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411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69497-2037-44BA-A862-29D4A42BAFFA}" type="datetimeFigureOut">
              <a:rPr lang="en-US" smtClean="0"/>
              <a:t>3/14/2021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798CB-23A6-4C1E-A67A-034D7A0F4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576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69497-2037-44BA-A862-29D4A42BAFFA}" type="datetimeFigureOut">
              <a:rPr lang="en-US" smtClean="0"/>
              <a:t>3/14/2021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798CB-23A6-4C1E-A67A-034D7A0F4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187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69497-2037-44BA-A862-29D4A42BAFFA}" type="datetimeFigureOut">
              <a:rPr lang="en-US" smtClean="0"/>
              <a:t>3/14/2021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798CB-23A6-4C1E-A67A-034D7A0F4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203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69497-2037-44BA-A862-29D4A42BAFFA}" type="datetimeFigureOut">
              <a:rPr lang="en-US" smtClean="0"/>
              <a:t>3/14/2021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798CB-23A6-4C1E-A67A-034D7A0F4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56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69497-2037-44BA-A862-29D4A42BAFFA}" type="datetimeFigureOut">
              <a:rPr lang="en-US" smtClean="0"/>
              <a:t>3/14/2021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798CB-23A6-4C1E-A67A-034D7A0F4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103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69497-2037-44BA-A862-29D4A42BAFFA}" type="datetimeFigureOut">
              <a:rPr lang="en-US" smtClean="0"/>
              <a:t>3/14/2021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798CB-23A6-4C1E-A67A-034D7A0F498A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561692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69497-2037-44BA-A862-29D4A42BAFFA}" type="datetimeFigureOut">
              <a:rPr lang="en-US" smtClean="0"/>
              <a:t>3/14/2021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798CB-23A6-4C1E-A67A-034D7A0F4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0389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69497-2037-44BA-A862-29D4A42BAFFA}" type="datetimeFigureOut">
              <a:rPr lang="en-US" smtClean="0"/>
              <a:t>3/14/2021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798CB-23A6-4C1E-A67A-034D7A0F498A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849515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69497-2037-44BA-A862-29D4A42BAFFA}" type="datetimeFigureOut">
              <a:rPr lang="en-US" smtClean="0"/>
              <a:t>3/14/2021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798CB-23A6-4C1E-A67A-034D7A0F4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8461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69497-2037-44BA-A862-29D4A42BAFFA}" type="datetimeFigureOut">
              <a:rPr lang="en-US" smtClean="0"/>
              <a:t>3/14/2021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798CB-23A6-4C1E-A67A-034D7A0F4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7611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69497-2037-44BA-A862-29D4A42BAFFA}" type="datetimeFigureOut">
              <a:rPr lang="en-US" smtClean="0"/>
              <a:t>3/14/2021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798CB-23A6-4C1E-A67A-034D7A0F4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205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169497-2037-44BA-A862-29D4A42BAFFA}" type="datetimeFigureOut">
              <a:rPr lang="en-US" smtClean="0"/>
              <a:t>3/14/2021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94F798CB-23A6-4C1E-A67A-034D7A0F4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472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88000"/>
                <a:satMod val="130000"/>
                <a:lumMod val="124000"/>
              </a:schemeClr>
            </a:gs>
            <a:gs pos="100000">
              <a:schemeClr val="bg2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373D7-46FC-4472-8953-ADFF149B6D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655" y="203200"/>
            <a:ext cx="8370045" cy="1754781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SD TEMA 1:</a:t>
            </a:r>
            <a:br>
              <a:rPr lang="en-US" dirty="0">
                <a:latin typeface="Algerian" panose="04020705040A02060702" pitchFamily="82" charset="0"/>
              </a:rPr>
            </a:br>
            <a:r>
              <a:rPr lang="en-US" dirty="0">
                <a:latin typeface="Algerian" panose="04020705040A02060702" pitchFamily="82" charset="0"/>
              </a:rPr>
              <a:t>SORTARI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670CBA-0324-4B78-B28C-5C5070AAD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38800" y="1957980"/>
            <a:ext cx="3251200" cy="899519"/>
          </a:xfrm>
        </p:spPr>
        <p:txBody>
          <a:bodyPr>
            <a:normAutofit lnSpcReduction="10000"/>
          </a:bodyPr>
          <a:lstStyle/>
          <a:p>
            <a:r>
              <a:rPr lang="ro-RO" sz="2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Zaharia Diana Cristiana</a:t>
            </a:r>
          </a:p>
          <a:p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262" y="2520950"/>
            <a:ext cx="4759501" cy="384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2937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D398B-42F7-4C69-8D21-CD07B5548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867"/>
            <a:ext cx="9252154" cy="1016654"/>
          </a:xfrm>
        </p:spPr>
        <p:txBody>
          <a:bodyPr>
            <a:normAutofit/>
          </a:bodyPr>
          <a:lstStyle/>
          <a:p>
            <a:r>
              <a:rPr lang="en-US" sz="5400" dirty="0" err="1">
                <a:solidFill>
                  <a:schemeClr val="accent1"/>
                </a:solidFill>
                <a:latin typeface="Algerian" panose="04020705040A02060702" pitchFamily="82" charset="0"/>
              </a:rPr>
              <a:t>Sortarile</a:t>
            </a:r>
            <a:r>
              <a:rPr lang="en-US" sz="5400" dirty="0">
                <a:solidFill>
                  <a:schemeClr val="accent1"/>
                </a:solidFill>
                <a:latin typeface="Algerian" panose="04020705040A02060702" pitchFamily="82" charset="0"/>
              </a:rPr>
              <a:t> </a:t>
            </a:r>
            <a:r>
              <a:rPr lang="en-US" sz="5400" dirty="0" err="1">
                <a:solidFill>
                  <a:schemeClr val="accent1"/>
                </a:solidFill>
                <a:latin typeface="Algerian" panose="04020705040A02060702" pitchFamily="82" charset="0"/>
              </a:rPr>
              <a:t>Implementate</a:t>
            </a:r>
            <a:endParaRPr lang="en-US" sz="5400" dirty="0">
              <a:solidFill>
                <a:schemeClr val="accent1"/>
              </a:solidFill>
              <a:latin typeface="Algerian" panose="04020705040A02060702" pitchFamily="82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E0E2840-4E32-4F2D-BC03-B911026D3D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8176351"/>
              </p:ext>
            </p:extLst>
          </p:nvPr>
        </p:nvGraphicFramePr>
        <p:xfrm>
          <a:off x="648930" y="2273300"/>
          <a:ext cx="6742470" cy="39412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83007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6E09B-C08E-4931-AE0C-4DC92886F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8295" y="156972"/>
            <a:ext cx="6801105" cy="1824228"/>
          </a:xfrm>
        </p:spPr>
        <p:txBody>
          <a:bodyPr anchor="ctr">
            <a:normAutofit/>
          </a:bodyPr>
          <a:lstStyle/>
          <a:p>
            <a:pPr algn="ctr"/>
            <a:r>
              <a:rPr lang="en-US" sz="3900" dirty="0" err="1">
                <a:latin typeface="Algerian" panose="04020705040A02060702" pitchFamily="82" charset="0"/>
              </a:rPr>
              <a:t>Complexitate</a:t>
            </a:r>
            <a:r>
              <a:rPr lang="en-US" sz="3900" dirty="0">
                <a:latin typeface="Algerian" panose="04020705040A02060702" pitchFamily="82" charset="0"/>
              </a:rPr>
              <a:t/>
            </a:r>
            <a:br>
              <a:rPr lang="en-US" sz="3900" dirty="0">
                <a:latin typeface="Algerian" panose="04020705040A02060702" pitchFamily="82" charset="0"/>
              </a:rPr>
            </a:br>
            <a:r>
              <a:rPr lang="en-US" sz="3900" dirty="0">
                <a:latin typeface="Algerian" panose="04020705040A02060702" pitchFamily="82" charset="0"/>
              </a:rPr>
              <a:t>(Worst Case)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CE3C3-5340-45DE-B7D8-06729158E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8295" y="1981200"/>
            <a:ext cx="6416039" cy="3729228"/>
          </a:xfrm>
        </p:spPr>
        <p:txBody>
          <a:bodyPr anchor="ctr">
            <a:normAutofit/>
          </a:bodyPr>
          <a:lstStyle/>
          <a:p>
            <a:pPr algn="ctr">
              <a:buSzPct val="85000"/>
              <a:buFont typeface="Courier New" panose="02070309020205020404" pitchFamily="49" charset="0"/>
              <a:buChar char="o"/>
            </a:pPr>
            <a:r>
              <a:rPr lang="en-US" sz="4400" dirty="0" smtClean="0">
                <a:solidFill>
                  <a:schemeClr val="accent1">
                    <a:lumMod val="75000"/>
                  </a:schemeClr>
                </a:solidFill>
              </a:rPr>
              <a:t>Bubble </a:t>
            </a: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Sort: O (n^2)</a:t>
            </a:r>
          </a:p>
          <a:p>
            <a:pPr algn="ctr">
              <a:buSzPct val="85000"/>
              <a:buFont typeface="Courier New" panose="02070309020205020404" pitchFamily="49" charset="0"/>
              <a:buChar char="o"/>
            </a:pP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Quick Sort: O (n^2)</a:t>
            </a:r>
          </a:p>
          <a:p>
            <a:pPr algn="ctr">
              <a:buSzPct val="85000"/>
              <a:buFont typeface="Courier New" panose="02070309020205020404" pitchFamily="49" charset="0"/>
              <a:buChar char="o"/>
            </a:pPr>
            <a:r>
              <a:rPr lang="en-US" sz="4400" dirty="0" smtClean="0">
                <a:solidFill>
                  <a:schemeClr val="accent1">
                    <a:lumMod val="75000"/>
                  </a:schemeClr>
                </a:solidFill>
              </a:rPr>
              <a:t>Merge </a:t>
            </a: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Sort: O (n log n)</a:t>
            </a:r>
          </a:p>
          <a:p>
            <a:pPr algn="ctr">
              <a:buSzPct val="85000"/>
              <a:buFont typeface="Courier New" panose="02070309020205020404" pitchFamily="49" charset="0"/>
              <a:buChar char="o"/>
            </a:pP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Count Sort: O (n + r</a:t>
            </a:r>
            <a:r>
              <a:rPr lang="en-US" sz="4400" dirty="0" smtClean="0">
                <a:solidFill>
                  <a:schemeClr val="accent1">
                    <a:lumMod val="75000"/>
                  </a:schemeClr>
                </a:solidFill>
              </a:rPr>
              <a:t>)</a:t>
            </a:r>
            <a:endParaRPr lang="en-US" sz="44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311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Tabel comparare vector random 10^4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5248076"/>
              </p:ext>
            </p:extLst>
          </p:nvPr>
        </p:nvGraphicFramePr>
        <p:xfrm>
          <a:off x="677334" y="2160588"/>
          <a:ext cx="859631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9078">
                  <a:extLst>
                    <a:ext uri="{9D8B030D-6E8A-4147-A177-3AD203B41FA5}">
                      <a16:colId xmlns:a16="http://schemas.microsoft.com/office/drawing/2014/main" val="42002907"/>
                    </a:ext>
                  </a:extLst>
                </a:gridCol>
                <a:gridCol w="2149078">
                  <a:extLst>
                    <a:ext uri="{9D8B030D-6E8A-4147-A177-3AD203B41FA5}">
                      <a16:colId xmlns:a16="http://schemas.microsoft.com/office/drawing/2014/main" val="1290195864"/>
                    </a:ext>
                  </a:extLst>
                </a:gridCol>
                <a:gridCol w="2149078">
                  <a:extLst>
                    <a:ext uri="{9D8B030D-6E8A-4147-A177-3AD203B41FA5}">
                      <a16:colId xmlns:a16="http://schemas.microsoft.com/office/drawing/2014/main" val="2951057826"/>
                    </a:ext>
                  </a:extLst>
                </a:gridCol>
                <a:gridCol w="2149078">
                  <a:extLst>
                    <a:ext uri="{9D8B030D-6E8A-4147-A177-3AD203B41FA5}">
                      <a16:colId xmlns:a16="http://schemas.microsoft.com/office/drawing/2014/main" val="19490004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o-RO" dirty="0" smtClean="0"/>
                        <a:t>bublesort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 smtClean="0"/>
                        <a:t>countsort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 smtClean="0"/>
                        <a:t>mergesort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 smtClean="0"/>
                        <a:t>quicksort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2273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dirty="0" smtClean="0"/>
                        <a:t>0,967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 smtClean="0"/>
                        <a:t>0,001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 smtClean="0"/>
                        <a:t>0,009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 smtClean="0"/>
                        <a:t>-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03768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673790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74</TotalTime>
  <Words>63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Algerian</vt:lpstr>
      <vt:lpstr>Arial</vt:lpstr>
      <vt:lpstr>Courier New</vt:lpstr>
      <vt:lpstr>Trebuchet MS</vt:lpstr>
      <vt:lpstr>Wingdings 3</vt:lpstr>
      <vt:lpstr>Facet</vt:lpstr>
      <vt:lpstr>SD TEMA 1: SORTARI</vt:lpstr>
      <vt:lpstr>Sortarile Implementate</vt:lpstr>
      <vt:lpstr>Complexitate (Worst Case)</vt:lpstr>
      <vt:lpstr>Tabel comparare vector random 10^4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 TEMA 1: SORTARI</dc:title>
  <dc:creator>Zaharia Diana</dc:creator>
  <cp:lastModifiedBy>Didi Diana</cp:lastModifiedBy>
  <cp:revision>14</cp:revision>
  <dcterms:created xsi:type="dcterms:W3CDTF">2021-03-13T22:30:53Z</dcterms:created>
  <dcterms:modified xsi:type="dcterms:W3CDTF">2021-03-14T21:51:35Z</dcterms:modified>
</cp:coreProperties>
</file>